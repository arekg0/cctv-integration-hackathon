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GUJARAT POLICE INNOVATION CHALLENGE 2026</a:t>
            </a:r>
          </a:p>
          <a:p>
            <a:pPr>
              <a:spcBef>
                <a:spcPts val="1000"/>
              </a:spcBef>
              <a:defRPr sz="4400" b="1">
                <a:solidFill>
                  <a:srgbClr val="F8FAFC"/>
                </a:solidFill>
              </a:defRPr>
            </a:pPr>
            <a:r>
              <a:t>Gujarat Sentinel Grid</a:t>
            </a:r>
          </a:p>
          <a:p>
            <a:pPr>
              <a:spcBef>
                <a:spcPts val="500"/>
              </a:spcBef>
              <a:defRPr sz="2200">
                <a:solidFill>
                  <a:srgbClr val="10B981"/>
                </a:solidFill>
              </a:defRPr>
            </a:pPr>
            <a:r>
              <a:t>Unified CCTV Integration &amp; AI Public Safety Intelligence Platform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Primary Solution Model: Hybrid / Innovative Architecture (Model 5)</a:t>
            </a:r>
            <a:br/>
            <a:r>
              <a:t>Scale Target: ~80,000 Cameras across 26 Government Departments | 1,000 KM 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PROBLEM STATEMENT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Statewide Public Safety Challenges in Gujarat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Heterogeneous Systems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26 Government Departments operating standalone VMS, mixed analog &amp; IP cameras, and varied retention periods (7-15 days).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Geographical Dispersion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Camera sites spanning over 1,000 km across Gujarat (Gandhinagar, Ahmedabad, Surat, Vadodara, Dwarka, Dahod).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Database Silos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Critical databases (VAHAN, SARTHI, eGujCop, NAFIS) operate independently without automated video correlation.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Slow Criminal Search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Law enforcement currently spends hours manually scanning isolated feeds to reconstruct suspect movement.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PROPOSED SOLUTION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Model 5: Hybrid / Innovative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1460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Model 1: GIS Registry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Dynamic discovery via /api/ingest, metadata store, and coverage gap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1460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Model 2: Unified Viewing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Low-latency WebRTC (WHEP) preview grid and RTSP feed aggregation.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1460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Model 3: VMS Federation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Adapter plugin framework, RabbitMQ event bus, and cross-system correlation.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1460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Model 4: Central AI Analytics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PyTorch/YOLOv8 ANPR engine, PostGIS route trajectory, and watchlist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EVALUATION TEST SCENARIO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Real-Time Vehicle Trajectory &amp; Route Reconstruction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TARGET VEHICLE SEARCH: GJ01AB1234 (Stolen White Swift — FIR #2026-90412)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📍 Hit #1 [04:04:58 PM] — Sector 18 Circle, Gandhinagar (Cam-01)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📍 Hit #2 [04:04:58 PM] — SG Highway Junction, Ahmedabad (Cam-02)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📍 Hit #3 [04:04:58 PM] — State Highway 81, Vadodara (Cam-04)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📍 Hit #4 [04:04:58 PM] — Ring Road Checkpost, Surat (Cam-03)</a:t>
            </a:r>
          </a:p>
          <a:p>
            <a:pPr>
              <a:spcBef>
                <a:spcPts val="2000"/>
              </a:spcBef>
              <a:defRPr sz="1300" b="1">
                <a:solidFill>
                  <a:srgbClr val="10B981"/>
                </a:solidFill>
              </a:defRPr>
            </a:pPr>
            <a:r>
              <a:t>✓ PostGIS Polyline Trajectory: [[72.65, 23.223] ➔ [72.5714, 23.0225] ➔ [73.1812, 22.3072] ➔ [72.8311, 21.1702]]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TECHNICAL INTEGRITY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Compliance with Official Integrator Rules (/resource)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✓ RTSP over TCP Forced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Set rtsp_transport=tcp across all Python OpenCV workers to prevent UDP frame corruption.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✓ PTS Timestamp Engine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Timing uses exact CAP_PROP_POS_MSEC instead of unreliable declared CAP_PROP_FPS.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✓ Exponential Backoff Reconnect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Stream failures reconnect gracefully (2s to 30s) avoiding gateway flood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✓ Mixed H.264 &amp; H.265 Support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Dynamic decoder pipeline supporting heterogeneous multi-vendor camera streams.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READY FOR STATEWIDE DEPLOYMENT</a:t>
            </a:r>
          </a:p>
          <a:p>
            <a:pPr>
              <a:spcBef>
                <a:spcPts val="1000"/>
              </a:spcBef>
              <a:defRPr sz="4000" b="1">
                <a:solidFill>
                  <a:srgbClr val="F8FAFC"/>
                </a:solidFill>
              </a:defRPr>
            </a:pPr>
            <a:r>
              <a:t>Gujarat Sentinel Grid</a:t>
            </a:r>
          </a:p>
          <a:p>
            <a:pPr>
              <a:spcBef>
                <a:spcPts val="1000"/>
              </a:spcBef>
              <a:defRPr sz="1800">
                <a:solidFill>
                  <a:srgbClr val="3B82F6"/>
                </a:solidFill>
              </a:defRPr>
            </a:pPr>
            <a:r>
              <a:t>Empowering Gujarat Law Enforcement with Real-Time AI Video Intelligence</a:t>
            </a:r>
          </a:p>
          <a:p>
            <a:pPr>
              <a:spcBef>
                <a:spcPts val="3000"/>
              </a:spcBef>
              <a:defRPr sz="1600" b="1">
                <a:solidFill>
                  <a:srgbClr val="F59E0B"/>
                </a:solidFill>
              </a:defRPr>
            </a:pPr>
            <a:r>
              <a:t>Official Submission Repository:</a:t>
            </a:r>
            <a:br/>
            <a:r>
              <a:t>https://github.com/AREKG0/cctv-integration-hackathon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